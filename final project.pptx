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6" r:id="rId1"/>
  </p:sldMasterIdLst>
  <p:notesMasterIdLst>
    <p:notesMasterId r:id="rId12"/>
  </p:notesMasterIdLst>
  <p:sldIdLst>
    <p:sldId id="256" r:id="rId2"/>
    <p:sldId id="258" r:id="rId3"/>
    <p:sldId id="259" r:id="rId4"/>
    <p:sldId id="266" r:id="rId5"/>
    <p:sldId id="260" r:id="rId6"/>
    <p:sldId id="261" r:id="rId7"/>
    <p:sldId id="262" r:id="rId8"/>
    <p:sldId id="265" r:id="rId9"/>
    <p:sldId id="267" r:id="rId10"/>
    <p:sldId id="269"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588" autoAdjust="0"/>
    <p:restoredTop sz="94660" autoAdjust="0"/>
  </p:normalViewPr>
  <p:slideViewPr>
    <p:cSldViewPr>
      <p:cViewPr varScale="1">
        <p:scale>
          <a:sx n="86" d="100"/>
          <a:sy n="86" d="100"/>
        </p:scale>
        <p:origin x="-90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0CE025-59B4-4F71-80FA-8EEB1678702D}" type="datetimeFigureOut">
              <a:rPr lang="en-US" smtClean="0"/>
              <a:pPr/>
              <a:t>6/11/2023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AB130B-49D7-4EC1-8FD7-F7F400A918D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AB130B-49D7-4EC1-8FD7-F7F400A918D4}"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E137DEE3-43BD-4B3F-A064-24F028736815}" type="datetimeFigureOut">
              <a:rPr lang="en-US" smtClean="0"/>
              <a:pPr/>
              <a:t>6/11/2023</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69556B64-E3D0-493A-9F18-CA7EB8E23DC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E137DEE3-43BD-4B3F-A064-24F028736815}" type="datetimeFigureOut">
              <a:rPr lang="en-US" smtClean="0"/>
              <a:pPr/>
              <a:t>6/11/2023</a:t>
            </a:fld>
            <a:endParaRPr lang="en-US"/>
          </a:p>
        </p:txBody>
      </p:sp>
      <p:sp>
        <p:nvSpPr>
          <p:cNvPr id="9" name="Slide Number Placeholder 8"/>
          <p:cNvSpPr>
            <a:spLocks noGrp="1"/>
          </p:cNvSpPr>
          <p:nvPr>
            <p:ph type="sldNum" sz="quarter" idx="15"/>
          </p:nvPr>
        </p:nvSpPr>
        <p:spPr/>
        <p:txBody>
          <a:bodyPr rtlCol="0"/>
          <a:lstStyle/>
          <a:p>
            <a:fld id="{69556B64-E3D0-493A-9F18-CA7EB8E23DCF}"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E137DEE3-43BD-4B3F-A064-24F028736815}" type="datetimeFigureOut">
              <a:rPr lang="en-US" smtClean="0"/>
              <a:pPr/>
              <a:t>6/11/2023</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69556B64-E3D0-493A-9F18-CA7EB8E23DC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137DEE3-43BD-4B3F-A064-24F028736815}" type="datetimeFigureOut">
              <a:rPr lang="en-US" smtClean="0"/>
              <a:pPr/>
              <a:t>6/11/2023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556B64-E3D0-493A-9F18-CA7EB8E23DCF}"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E137DEE3-43BD-4B3F-A064-24F028736815}" type="datetimeFigureOut">
              <a:rPr lang="en-US" smtClean="0"/>
              <a:pPr/>
              <a:t>6/11/2023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556B64-E3D0-493A-9F18-CA7EB8E23DCF}"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E137DEE3-43BD-4B3F-A064-24F028736815}" type="datetimeFigureOut">
              <a:rPr lang="en-US" smtClean="0"/>
              <a:pPr/>
              <a:t>6/11/2023</a:t>
            </a:fld>
            <a:endParaRPr lang="en-US"/>
          </a:p>
        </p:txBody>
      </p:sp>
      <p:sp>
        <p:nvSpPr>
          <p:cNvPr id="7" name="Slide Number Placeholder 6"/>
          <p:cNvSpPr>
            <a:spLocks noGrp="1"/>
          </p:cNvSpPr>
          <p:nvPr>
            <p:ph type="sldNum" sz="quarter" idx="11"/>
          </p:nvPr>
        </p:nvSpPr>
        <p:spPr/>
        <p:txBody>
          <a:bodyPr rtlCol="0"/>
          <a:lstStyle/>
          <a:p>
            <a:fld id="{69556B64-E3D0-493A-9F18-CA7EB8E23DCF}"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37DEE3-43BD-4B3F-A064-24F028736815}" type="datetimeFigureOut">
              <a:rPr lang="en-US" smtClean="0"/>
              <a:pPr/>
              <a:t>6/11/2023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556B64-E3D0-493A-9F18-CA7EB8E23DC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E137DEE3-43BD-4B3F-A064-24F028736815}" type="datetimeFigureOut">
              <a:rPr lang="en-US" smtClean="0"/>
              <a:pPr/>
              <a:t>6/11/2023</a:t>
            </a:fld>
            <a:endParaRPr lang="en-US"/>
          </a:p>
        </p:txBody>
      </p:sp>
      <p:sp>
        <p:nvSpPr>
          <p:cNvPr id="22" name="Slide Number Placeholder 21"/>
          <p:cNvSpPr>
            <a:spLocks noGrp="1"/>
          </p:cNvSpPr>
          <p:nvPr>
            <p:ph type="sldNum" sz="quarter" idx="15"/>
          </p:nvPr>
        </p:nvSpPr>
        <p:spPr/>
        <p:txBody>
          <a:bodyPr rtlCol="0"/>
          <a:lstStyle/>
          <a:p>
            <a:fld id="{69556B64-E3D0-493A-9F18-CA7EB8E23DCF}"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E137DEE3-43BD-4B3F-A064-24F028736815}" type="datetimeFigureOut">
              <a:rPr lang="en-US" smtClean="0"/>
              <a:pPr/>
              <a:t>6/11/2023</a:t>
            </a:fld>
            <a:endParaRPr lang="en-US"/>
          </a:p>
        </p:txBody>
      </p:sp>
      <p:sp>
        <p:nvSpPr>
          <p:cNvPr id="18" name="Slide Number Placeholder 17"/>
          <p:cNvSpPr>
            <a:spLocks noGrp="1"/>
          </p:cNvSpPr>
          <p:nvPr>
            <p:ph type="sldNum" sz="quarter" idx="11"/>
          </p:nvPr>
        </p:nvSpPr>
        <p:spPr/>
        <p:txBody>
          <a:bodyPr rtlCol="0"/>
          <a:lstStyle/>
          <a:p>
            <a:fld id="{69556B64-E3D0-493A-9F18-CA7EB8E23DCF}"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137DEE3-43BD-4B3F-A064-24F028736815}" type="datetimeFigureOut">
              <a:rPr lang="en-US" smtClean="0"/>
              <a:pPr/>
              <a:t>6/11/2023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556B64-E3D0-493A-9F18-CA7EB8E23DC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137DEE3-43BD-4B3F-A064-24F028736815}" type="datetimeFigureOut">
              <a:rPr lang="en-US" smtClean="0"/>
              <a:pPr/>
              <a:t>6/11/2023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556B64-E3D0-493A-9F18-CA7EB8E23DC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137DEE3-43BD-4B3F-A064-24F028736815}" type="datetimeFigureOut">
              <a:rPr lang="en-US" smtClean="0"/>
              <a:pPr/>
              <a:t>6/11/2023</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69556B64-E3D0-493A-9F18-CA7EB8E23DC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4477" r:id="rId1"/>
    <p:sldLayoutId id="2147484478" r:id="rId2"/>
    <p:sldLayoutId id="2147484479" r:id="rId3"/>
    <p:sldLayoutId id="2147484480" r:id="rId4"/>
    <p:sldLayoutId id="2147484481" r:id="rId5"/>
    <p:sldLayoutId id="2147484482" r:id="rId6"/>
    <p:sldLayoutId id="2147484483" r:id="rId7"/>
    <p:sldLayoutId id="2147484484" r:id="rId8"/>
    <p:sldLayoutId id="2147484485" r:id="rId9"/>
    <p:sldLayoutId id="2147484486" r:id="rId10"/>
    <p:sldLayoutId id="2147484487"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14546" y="1500174"/>
            <a:ext cx="6172200" cy="2071702"/>
          </a:xfrm>
        </p:spPr>
        <p:txBody>
          <a:bodyPr/>
          <a:lstStyle/>
          <a:p>
            <a:r>
              <a:rPr lang="en-US" dirty="0" smtClean="0"/>
              <a:t>BRAINTUMOR DETECTION</a:t>
            </a:r>
            <a:br>
              <a:rPr lang="en-US" dirty="0" smtClean="0"/>
            </a:br>
            <a:r>
              <a:rPr lang="en-US" dirty="0" smtClean="0"/>
              <a:t>          </a:t>
            </a:r>
            <a:r>
              <a:rPr lang="en-US" sz="1400" dirty="0" smtClean="0">
                <a:solidFill>
                  <a:schemeClr val="tx1">
                    <a:lumMod val="65000"/>
                    <a:lumOff val="35000"/>
                  </a:schemeClr>
                </a:solidFill>
              </a:rPr>
              <a:t>SIKHARAM LAKSHMI </a:t>
            </a:r>
            <a:r>
              <a:rPr lang="en-US" sz="1400" dirty="0" smtClean="0">
                <a:solidFill>
                  <a:schemeClr val="tx1">
                    <a:lumMod val="65000"/>
                    <a:lumOff val="35000"/>
                  </a:schemeClr>
                </a:solidFill>
              </a:rPr>
              <a:t>HARIKA</a:t>
            </a:r>
            <a:br>
              <a:rPr lang="en-US" sz="1400" dirty="0" smtClean="0">
                <a:solidFill>
                  <a:schemeClr val="tx1">
                    <a:lumMod val="65000"/>
                    <a:lumOff val="35000"/>
                  </a:schemeClr>
                </a:solidFill>
              </a:rPr>
            </a:br>
            <a:r>
              <a:rPr lang="en-US" sz="1400" dirty="0" smtClean="0">
                <a:solidFill>
                  <a:schemeClr val="tx1">
                    <a:lumMod val="65000"/>
                    <a:lumOff val="35000"/>
                  </a:schemeClr>
                </a:solidFill>
              </a:rPr>
              <a:t> </a:t>
            </a:r>
            <a:r>
              <a:rPr lang="en-US" sz="1400" dirty="0" smtClean="0">
                <a:solidFill>
                  <a:schemeClr val="tx1">
                    <a:lumMod val="65000"/>
                    <a:lumOff val="35000"/>
                  </a:schemeClr>
                </a:solidFill>
              </a:rPr>
              <a:t>                               batch no: 5</a:t>
            </a:r>
            <a:endParaRPr lang="en-US" dirty="0"/>
          </a:p>
        </p:txBody>
      </p:sp>
      <p:pic>
        <p:nvPicPr>
          <p:cNvPr id="4" name="Picture 3" descr="709.jpg"/>
          <p:cNvPicPr>
            <a:picLocks noChangeAspect="1"/>
          </p:cNvPicPr>
          <p:nvPr/>
        </p:nvPicPr>
        <p:blipFill>
          <a:blip r:embed="rId3" cstate="print"/>
          <a:stretch>
            <a:fillRect/>
          </a:stretch>
        </p:blipFill>
        <p:spPr>
          <a:xfrm>
            <a:off x="6858016" y="4873826"/>
            <a:ext cx="2000264" cy="169844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2910" y="428604"/>
            <a:ext cx="7467600" cy="3214710"/>
          </a:xfrm>
        </p:spPr>
        <p:txBody>
          <a:bodyPr>
            <a:normAutofit/>
          </a:bodyPr>
          <a:lstStyle/>
          <a:p>
            <a:r>
              <a:rPr lang="en-US" sz="1800" dirty="0" smtClean="0"/>
              <a:t>UNDER THE GUIDANCE OF</a:t>
            </a:r>
            <a:br>
              <a:rPr lang="en-US" sz="1800" dirty="0" smtClean="0"/>
            </a:br>
            <a:r>
              <a:rPr lang="en-US" sz="1800" dirty="0" smtClean="0"/>
              <a:t>                SAI SATISH SIR CEO OF INDIAN SERVERS</a:t>
            </a:r>
            <a:endParaRPr lang="en-US" sz="1800" dirty="0"/>
          </a:p>
        </p:txBody>
      </p:sp>
    </p:spTree>
  </p:cSld>
  <p:clrMapOvr>
    <a:masterClrMapping/>
  </p:clrMapOvr>
  <p:transition>
    <p:cut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CONTENTS:</a:t>
            </a:r>
            <a:endParaRPr lang="en-US" dirty="0"/>
          </a:p>
        </p:txBody>
      </p:sp>
      <p:sp>
        <p:nvSpPr>
          <p:cNvPr id="3" name="Subtitle 2"/>
          <p:cNvSpPr>
            <a:spLocks noGrp="1"/>
          </p:cNvSpPr>
          <p:nvPr>
            <p:ph type="subTitle" idx="1"/>
          </p:nvPr>
        </p:nvSpPr>
        <p:spPr/>
        <p:txBody>
          <a:bodyPr/>
          <a:lstStyle/>
          <a:p>
            <a:r>
              <a:rPr lang="en-US" dirty="0" smtClean="0"/>
              <a:t>INTRODUCTION,NLP,TELEGRAM </a:t>
            </a:r>
            <a:r>
              <a:rPr lang="en-US" dirty="0" smtClean="0"/>
              <a:t>BOT, </a:t>
            </a:r>
            <a:r>
              <a:rPr lang="en-US" dirty="0" smtClean="0"/>
              <a:t>ABOUT MY PROJECT</a:t>
            </a:r>
            <a:r>
              <a:rPr lang="en-US" dirty="0" smtClean="0"/>
              <a:t>,LIBRARIES </a:t>
            </a:r>
            <a:r>
              <a:rPr lang="en-US" dirty="0" smtClean="0"/>
              <a:t>USED,ENDING.</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Libraries used:</a:t>
            </a:r>
            <a:endParaRPr lang="en-US" dirty="0"/>
          </a:p>
        </p:txBody>
      </p:sp>
      <p:sp>
        <p:nvSpPr>
          <p:cNvPr id="3" name="Content Placeholder 2"/>
          <p:cNvSpPr>
            <a:spLocks noGrp="1"/>
          </p:cNvSpPr>
          <p:nvPr>
            <p:ph sz="quarter" idx="1"/>
          </p:nvPr>
        </p:nvSpPr>
        <p:spPr/>
        <p:txBody>
          <a:bodyPr>
            <a:normAutofit/>
          </a:bodyPr>
          <a:lstStyle/>
          <a:p>
            <a:r>
              <a:rPr lang="en-US" sz="2000" dirty="0" smtClean="0"/>
              <a:t>Telegram offers two kinds of APIs for developers. The </a:t>
            </a:r>
            <a:r>
              <a:rPr lang="en-US" sz="2000" dirty="0" err="1" smtClean="0"/>
              <a:t>Bot</a:t>
            </a:r>
            <a:r>
              <a:rPr lang="en-US" sz="2000" dirty="0" smtClean="0"/>
              <a:t> API allows you to easily create programs that use Telegram messages for an interface. The Telegram API and </a:t>
            </a:r>
            <a:r>
              <a:rPr lang="en-US" sz="2000" dirty="0" err="1" smtClean="0"/>
              <a:t>TDLib</a:t>
            </a:r>
            <a:r>
              <a:rPr lang="en-US" sz="2000" dirty="0" smtClean="0"/>
              <a:t> allow you to build your own customized Telegram clients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sz="quarter" idx="1"/>
          </p:nvPr>
        </p:nvSpPr>
        <p:spPr/>
        <p:txBody>
          <a:bodyPr>
            <a:normAutofit/>
          </a:bodyPr>
          <a:lstStyle/>
          <a:p>
            <a:r>
              <a:rPr lang="en-US" sz="1800" dirty="0" smtClean="0"/>
              <a:t>My Project is based on brain tumor detection.</a:t>
            </a:r>
          </a:p>
          <a:p>
            <a:r>
              <a:rPr lang="en-US" sz="1800" dirty="0" smtClean="0"/>
              <a:t>When we give any symptoms belonging to that it will give the tumor type.</a:t>
            </a:r>
          </a:p>
          <a:p>
            <a:r>
              <a:rPr lang="en-US" sz="1800" dirty="0" smtClean="0"/>
              <a:t>And it is based on natural processing language model based on gpt2.</a:t>
            </a:r>
          </a:p>
          <a:p>
            <a:r>
              <a:rPr lang="en-US" sz="1800" dirty="0" smtClean="0"/>
              <a:t>Next step is to integrate our model to telegram bot.</a:t>
            </a:r>
          </a:p>
          <a:p>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Nlp</a:t>
            </a:r>
            <a:r>
              <a:rPr lang="en-US" dirty="0" smtClean="0"/>
              <a:t>:</a:t>
            </a:r>
            <a:endParaRPr lang="en-US" dirty="0"/>
          </a:p>
        </p:txBody>
      </p:sp>
      <p:sp>
        <p:nvSpPr>
          <p:cNvPr id="3" name="Text Placeholder 2"/>
          <p:cNvSpPr>
            <a:spLocks noGrp="1"/>
          </p:cNvSpPr>
          <p:nvPr>
            <p:ph type="body" idx="1"/>
          </p:nvPr>
        </p:nvSpPr>
        <p:spPr/>
        <p:txBody>
          <a:bodyPr>
            <a:normAutofit lnSpcReduction="10000"/>
          </a:bodyPr>
          <a:lstStyle/>
          <a:p>
            <a:r>
              <a:rPr lang="en-US" b="0" dirty="0" smtClean="0"/>
              <a:t>Natural language processing (NLP) is a branch of artificial intelligence (AI) that enables computers to comprehend, generate, and manipulate human language. Natural language processing has the ability to interrogate the data with natural language text or voice.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Telegram </a:t>
            </a:r>
            <a:r>
              <a:rPr lang="en-US" dirty="0" err="1" smtClean="0"/>
              <a:t>bot</a:t>
            </a:r>
            <a:r>
              <a:rPr lang="en-US" dirty="0" smtClean="0"/>
              <a:t>:</a:t>
            </a:r>
            <a:endParaRPr lang="en-US" dirty="0"/>
          </a:p>
        </p:txBody>
      </p:sp>
      <p:sp>
        <p:nvSpPr>
          <p:cNvPr id="3" name="Text Placeholder 2"/>
          <p:cNvSpPr>
            <a:spLocks noGrp="1"/>
          </p:cNvSpPr>
          <p:nvPr>
            <p:ph type="body" idx="1"/>
          </p:nvPr>
        </p:nvSpPr>
        <p:spPr/>
        <p:txBody>
          <a:bodyPr>
            <a:normAutofit lnSpcReduction="10000"/>
          </a:bodyPr>
          <a:lstStyle/>
          <a:p>
            <a:r>
              <a:rPr lang="en-US" b="0" dirty="0" smtClean="0"/>
              <a:t>A Telegram </a:t>
            </a:r>
            <a:r>
              <a:rPr lang="en-US" b="0" dirty="0" err="1" smtClean="0"/>
              <a:t>Bot</a:t>
            </a:r>
            <a:r>
              <a:rPr lang="en-US" b="0" dirty="0" smtClean="0"/>
              <a:t> is a </a:t>
            </a:r>
            <a:r>
              <a:rPr lang="en-US" b="0" dirty="0" err="1" smtClean="0"/>
              <a:t>programme</a:t>
            </a:r>
            <a:r>
              <a:rPr lang="en-US" b="0" dirty="0" smtClean="0"/>
              <a:t> that behaves like a normal chat partner with additional functions. It performs predefined tasks independently and without the user's involvement. The term </a:t>
            </a:r>
            <a:r>
              <a:rPr lang="en-US" b="0" dirty="0" err="1" smtClean="0"/>
              <a:t>bot</a:t>
            </a:r>
            <a:r>
              <a:rPr lang="en-US" b="0" dirty="0" smtClean="0"/>
              <a:t> is derived from the term for robot.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480"/>
            <a:ext cx="7467600" cy="846158"/>
          </a:xfrm>
        </p:spPr>
        <p:txBody>
          <a:bodyPr>
            <a:normAutofit fontScale="90000"/>
          </a:bodyPr>
          <a:lstStyle/>
          <a:p>
            <a:r>
              <a:rPr lang="en-US" dirty="0" smtClean="0"/>
              <a:t>About my project:</a:t>
            </a:r>
            <a:br>
              <a:rPr lang="en-US" dirty="0" smtClean="0"/>
            </a:br>
            <a:endParaRPr lang="en-US" dirty="0"/>
          </a:p>
        </p:txBody>
      </p:sp>
      <p:sp>
        <p:nvSpPr>
          <p:cNvPr id="3" name="Content Placeholder 2"/>
          <p:cNvSpPr>
            <a:spLocks noGrp="1"/>
          </p:cNvSpPr>
          <p:nvPr>
            <p:ph sz="quarter" idx="1"/>
          </p:nvPr>
        </p:nvSpPr>
        <p:spPr>
          <a:xfrm>
            <a:off x="428596" y="1357298"/>
            <a:ext cx="7467600" cy="4873752"/>
          </a:xfrm>
        </p:spPr>
        <p:txBody>
          <a:bodyPr>
            <a:normAutofit/>
          </a:bodyPr>
          <a:lstStyle/>
          <a:p>
            <a:r>
              <a:rPr lang="en-US" sz="2000" dirty="0" smtClean="0"/>
              <a:t>My project is about brain tumor detection in this we find the tumor with the help of symptoms.</a:t>
            </a:r>
          </a:p>
          <a:p>
            <a:r>
              <a:rPr lang="en-US" sz="2000" dirty="0" smtClean="0"/>
              <a:t>A brain tumor is a growth of cells in the brain or near it. Brain tumors can happen in the brain tissue. Brain tumors also can happen near the brain tissue. Nearby locations include nerves, the pituitary gland, the pineal gland, and the membranes that cover the surface of the brain</a:t>
            </a:r>
            <a:endParaRPr lang="en-US" sz="2000" dirty="0" smtClean="0"/>
          </a:p>
          <a:p>
            <a:endParaRPr lang="en-US" sz="2000" dirty="0" smtClean="0"/>
          </a:p>
          <a:p>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2857496"/>
            <a:ext cx="6172200" cy="2091694"/>
          </a:xfrm>
        </p:spPr>
        <p:txBody>
          <a:bodyPr/>
          <a:lstStyle/>
          <a:p>
            <a:r>
              <a:rPr lang="en-US" dirty="0" smtClean="0"/>
              <a:t>Libraries used:</a:t>
            </a:r>
            <a:endParaRPr lang="en-US" dirty="0"/>
          </a:p>
        </p:txBody>
      </p:sp>
      <p:sp>
        <p:nvSpPr>
          <p:cNvPr id="3" name="Text Placeholder 2"/>
          <p:cNvSpPr>
            <a:spLocks noGrp="1"/>
          </p:cNvSpPr>
          <p:nvPr>
            <p:ph type="body" idx="1"/>
          </p:nvPr>
        </p:nvSpPr>
        <p:spPr/>
        <p:txBody>
          <a:bodyPr>
            <a:normAutofit fontScale="85000" lnSpcReduction="10000"/>
          </a:bodyPr>
          <a:lstStyle/>
          <a:p>
            <a:r>
              <a:rPr lang="en-US" b="0" dirty="0" smtClean="0"/>
              <a:t>Telegram offers two kinds of APIs for developers. The </a:t>
            </a:r>
            <a:r>
              <a:rPr lang="en-US" b="0" dirty="0" err="1" smtClean="0"/>
              <a:t>Bot</a:t>
            </a:r>
            <a:r>
              <a:rPr lang="en-US" b="0" dirty="0" smtClean="0"/>
              <a:t> API allows you to easily create programs that use Telegram messages for an interface</a:t>
            </a:r>
            <a:r>
              <a:rPr lang="en-US" b="0" dirty="0" smtClean="0"/>
              <a:t>.(Telegram </a:t>
            </a:r>
            <a:r>
              <a:rPr lang="en-US" b="0" dirty="0" err="1" smtClean="0"/>
              <a:t>Bot</a:t>
            </a:r>
            <a:r>
              <a:rPr lang="en-US" b="0" dirty="0" smtClean="0"/>
              <a:t> </a:t>
            </a:r>
            <a:r>
              <a:rPr lang="en-US" b="0" dirty="0" err="1" smtClean="0"/>
              <a:t>a</a:t>
            </a:r>
            <a:r>
              <a:rPr lang="en-US" b="0" dirty="0" err="1" smtClean="0"/>
              <a:t>pi</a:t>
            </a:r>
            <a:r>
              <a:rPr lang="en-US" b="0" dirty="0" smtClean="0"/>
              <a:t>)</a:t>
            </a:r>
          </a:p>
          <a:p>
            <a:r>
              <a:rPr lang="en-US" b="0" dirty="0" smtClean="0"/>
              <a:t>The </a:t>
            </a:r>
            <a:r>
              <a:rPr lang="en-US" b="0" dirty="0" smtClean="0"/>
              <a:t>Open AI </a:t>
            </a:r>
            <a:r>
              <a:rPr lang="en-US" b="0" dirty="0" smtClean="0"/>
              <a:t>Python library provides convenient access to the </a:t>
            </a:r>
            <a:r>
              <a:rPr lang="en-US" b="0" dirty="0" smtClean="0"/>
              <a:t>Open AI </a:t>
            </a:r>
            <a:r>
              <a:rPr lang="en-US" b="0" dirty="0" smtClean="0"/>
              <a:t>API from applications written in the Python language</a:t>
            </a:r>
            <a:r>
              <a:rPr lang="en-US" b="0" dirty="0" smtClean="0"/>
              <a:t>.(Open </a:t>
            </a:r>
            <a:r>
              <a:rPr lang="en-US" b="0" dirty="0" err="1" smtClean="0"/>
              <a:t>ai</a:t>
            </a:r>
            <a:r>
              <a:rPr lang="en-US" b="0" dirty="0" smtClean="0"/>
              <a: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Conclusion: </a:t>
            </a:r>
            <a:endParaRPr lang="en-US" dirty="0"/>
          </a:p>
        </p:txBody>
      </p:sp>
      <p:sp>
        <p:nvSpPr>
          <p:cNvPr id="3" name="Subtitle 2"/>
          <p:cNvSpPr>
            <a:spLocks noGrp="1"/>
          </p:cNvSpPr>
          <p:nvPr>
            <p:ph type="subTitle" idx="1"/>
          </p:nvPr>
        </p:nvSpPr>
        <p:spPr/>
        <p:txBody>
          <a:bodyPr>
            <a:normAutofit lnSpcReduction="10000"/>
          </a:bodyPr>
          <a:lstStyle/>
          <a:p>
            <a:r>
              <a:rPr lang="en-US" dirty="0" smtClean="0"/>
              <a:t>I can conclude that by using NLP model and gpt2</a:t>
            </a:r>
          </a:p>
          <a:p>
            <a:r>
              <a:rPr lang="en-US" dirty="0" smtClean="0"/>
              <a:t>We find the brain tumor and we get the response</a:t>
            </a:r>
          </a:p>
          <a:p>
            <a:r>
              <a:rPr lang="en-US" dirty="0" smtClean="0"/>
              <a:t>In telegram bot.</a:t>
            </a:r>
          </a:p>
          <a:p>
            <a:r>
              <a:rPr lang="en-US" dirty="0" smtClean="0"/>
              <a:t>  </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185</TotalTime>
  <Words>167</Words>
  <Application>Microsoft Office PowerPoint</Application>
  <PresentationFormat>On-screen Show (4:3)</PresentationFormat>
  <Paragraphs>27</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Oriel</vt:lpstr>
      <vt:lpstr>BRAINTUMOR DETECTION           SIKHARAM LAKSHMI HARIKA                                 batch no: 5</vt:lpstr>
      <vt:lpstr>UNDER THE GUIDANCE OF                 SAI SATISH SIR CEO OF INDIAN SERVERS</vt:lpstr>
      <vt:lpstr>CONTENTS:</vt:lpstr>
      <vt:lpstr>Libraries used:</vt:lpstr>
      <vt:lpstr>INTRODUCTION:</vt:lpstr>
      <vt:lpstr>Nlp:</vt:lpstr>
      <vt:lpstr>Telegram bot:</vt:lpstr>
      <vt:lpstr>About my project: </vt:lpstr>
      <vt:lpstr>Libraries used:</vt:lpstr>
      <vt:lpstr>Conclusion: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BRAINTUMOR DETECTION</dc:title>
  <dc:creator>Dell</dc:creator>
  <cp:lastModifiedBy>Dell</cp:lastModifiedBy>
  <cp:revision>20</cp:revision>
  <dcterms:created xsi:type="dcterms:W3CDTF">2023-06-11T06:28:49Z</dcterms:created>
  <dcterms:modified xsi:type="dcterms:W3CDTF">2023-06-11T11:28:28Z</dcterms:modified>
</cp:coreProperties>
</file>